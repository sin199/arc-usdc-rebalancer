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b322f9405b4dd3" /><Relationship Type="http://schemas.openxmlformats.org/officeDocument/2006/relationships/extended-properties" Target="/docProps/app.xml" Id="Rcd79a1596efc4a4d" /><Relationship Type="http://schemas.openxmlformats.org/officeDocument/2006/relationships/officeDocument" Target="/ppt/presentation.xml" Id="Rba6fc3edc813436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35eba9113a4259"/>
  </p:sldMasterIdLst>
  <p:notesMasterIdLst>
    <p:notesMasterId xmlns:r="http://schemas.openxmlformats.org/officeDocument/2006/relationships" r:id="R2d66d064638a4fa6"/>
  </p:notesMasterIdLst>
  <p:sldIdLst>
    <p:sldId xmlns:r="http://schemas.openxmlformats.org/officeDocument/2006/relationships" id="256" r:id="R5dcd4fe598324e97"/>
    <p:sldId xmlns:r="http://schemas.openxmlformats.org/officeDocument/2006/relationships" id="257" r:id="R3276e838b94f4946"/>
    <p:sldId xmlns:r="http://schemas.openxmlformats.org/officeDocument/2006/relationships" id="258" r:id="Rc484258251014a5b"/>
    <p:sldId xmlns:r="http://schemas.openxmlformats.org/officeDocument/2006/relationships" id="259" r:id="R63494bceb9a14868"/>
    <p:sldId xmlns:r="http://schemas.openxmlformats.org/officeDocument/2006/relationships" id="260" r:id="R51b6bb1be2fe4785"/>
    <p:sldId xmlns:r="http://schemas.openxmlformats.org/officeDocument/2006/relationships" id="261" r:id="R602d94c5602f47a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72ad62dd47c4e7c" /><Relationship Type="http://schemas.openxmlformats.org/officeDocument/2006/relationships/slideMaster" Target="/ppt/slideMasters/slideMaster1.xml" Id="R7e35eba9113a4259" /><Relationship Type="http://schemas.openxmlformats.org/officeDocument/2006/relationships/notesMaster" Target="/ppt/notesMasters/notesMaster1.xml" Id="R2d66d064638a4fa6" /><Relationship Type="http://schemas.openxmlformats.org/officeDocument/2006/relationships/presProps" Target="/ppt/presProps.xml" Id="R7806ac1f17cb4e52" /><Relationship Type="http://schemas.openxmlformats.org/officeDocument/2006/relationships/tableStyles" Target="/ppt/tableStyles.xml" Id="Rc619311338914736" /><Relationship Type="http://schemas.openxmlformats.org/officeDocument/2006/relationships/slide" Target="/ppt/slides/slide1.xml" Id="R5dcd4fe598324e97" /><Relationship Type="http://schemas.openxmlformats.org/officeDocument/2006/relationships/slide" Target="/ppt/slides/slide2.xml" Id="R3276e838b94f4946" /><Relationship Type="http://schemas.openxmlformats.org/officeDocument/2006/relationships/slide" Target="/ppt/slides/slide3.xml" Id="Rc484258251014a5b" /><Relationship Type="http://schemas.openxmlformats.org/officeDocument/2006/relationships/slide" Target="/ppt/slides/slide4.xml" Id="R63494bceb9a14868" /><Relationship Type="http://schemas.openxmlformats.org/officeDocument/2006/relationships/slide" Target="/ppt/slides/slide5.xml" Id="R51b6bb1be2fe4785" /><Relationship Type="http://schemas.openxmlformats.org/officeDocument/2006/relationships/slide" Target="/ppt/slides/slide6.xml" Id="R602d94c5602f47a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579878fec0e4b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af99aa70469404a" /><Relationship Type="http://schemas.openxmlformats.org/officeDocument/2006/relationships/notesMaster" Target="/ppt/notesMasters/notesMaster1.xml" Id="R71470e2420e244f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0f273132a34d8a" /><Relationship Type="http://schemas.openxmlformats.org/officeDocument/2006/relationships/notesMaster" Target="/ppt/notesMasters/notesMaster1.xml" Id="Reaf66ba656d147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89bfdda26240af" /><Relationship Type="http://schemas.openxmlformats.org/officeDocument/2006/relationships/notesMaster" Target="/ppt/notesMasters/notesMaster1.xml" Id="R77829ddfebb1444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5c720b37ca14dcd" /><Relationship Type="http://schemas.openxmlformats.org/officeDocument/2006/relationships/notesMaster" Target="/ppt/notesMasters/notesMaster1.xml" Id="R4f92591da2d44f7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c868d7655344ac" /><Relationship Type="http://schemas.openxmlformats.org/officeDocument/2006/relationships/notesMaster" Target="/ppt/notesMasters/notesMaster1.xml" Id="Rcc155a016aee46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5b26d6f347a4616" /><Relationship Type="http://schemas.openxmlformats.org/officeDocument/2006/relationships/notesMaster" Target="/ppt/notesMasters/notesMaster1.xml" Id="R4b2c9e6470b042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6bc764101243f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ba60eee3f574c21" /><Relationship Type="http://schemas.openxmlformats.org/officeDocument/2006/relationships/slideLayout" Target="/ppt/slideLayouts/slideLayout1.xml" Id="R9c40d334b6cd40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40d334b6cd40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c041b1a3174d4b" /><Relationship Type="http://schemas.openxmlformats.org/officeDocument/2006/relationships/notesSlide" Target="/ppt/notesSlides/notesSlide1.xml" Id="R5e73bc3f9cac40c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b07aa5a77f4513" /><Relationship Type="http://schemas.openxmlformats.org/officeDocument/2006/relationships/notesSlide" Target="/ppt/notesSlides/notesSlide2.xml" Id="Re0e04add061149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f8ec2842a74209" /><Relationship Type="http://schemas.openxmlformats.org/officeDocument/2006/relationships/notesSlide" Target="/ppt/notesSlides/notesSlide3.xml" Id="Rbe37bd1492444a1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ba6286f89a4f3d" /><Relationship Type="http://schemas.openxmlformats.org/officeDocument/2006/relationships/notesSlide" Target="/ppt/notesSlides/notesSlide4.xml" Id="R82c3020656d040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c7b79c50e4954" /><Relationship Type="http://schemas.openxmlformats.org/officeDocument/2006/relationships/notesSlide" Target="/ppt/notesSlides/notesSlide5.xml" Id="Re8c97bd0401349b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18815f4a2d414e" /><Relationship Type="http://schemas.openxmlformats.org/officeDocument/2006/relationships/notesSlide" Target="/ppt/notesSlides/notesSlide6.xml" Id="R808f3fb959f0489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FF74F85E-972C-4D29-8584-C7ABCD69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Arc USDC Rebalancer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18ADF39D-8532-4D69-86F2-6D7E0F3A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Treasury automation that stays auditable before execution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390373E8-04E3-4607-B8C7-9AE95C898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DeFi Track | Arc Testnet</a:t>
            </a:r>
          </a:p>
        </p:txBody>
      </p:sp>
    </p:spTree>
    <p:extLst>
      <p:ext uri="{BB962C8B-B14F-4D97-AF65-F5344CB8AC3E}">
        <p14:creationId xmlns:p14="http://schemas.microsoft.com/office/powerpoint/2010/main" val="92418642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5825C7BC-86FF-489D-81BD-DCFE23A5D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C18011F0-985A-4A9D-99C3-0C9868DCC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64427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Treasury automation needs visible policy and proof</a:t>
            </a:r>
          </a:p>
        </p:txBody>
      </p:sp>
      <p:sp>
        <p:nvSpPr>
          <p:cNvPr id="3" name="Rounded-Rectangle-1-4">
            <a:extLst xmlns:a="http://schemas.openxmlformats.org/drawingml/2006/main">
              <a:ext uri="{FF2B5EF4-FFF2-40B4-BE49-F238E27FC236}">
                <a16:creationId xmlns:a16="http://schemas.microsoft.com/office/drawing/2014/main" id="{FD89B95B-5547-4653-B771-BFE70BE02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002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B566C1FE-F080-46D9-964A-2AE35E271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Opaque workflow</a:t>
            </a:r>
          </a:p>
        </p:txBody>
      </p:sp>
      <p:sp>
        <p:nvSpPr>
          <p:cNvPr id="5" name="Content-Placeholder-15-6">
            <a:extLst xmlns:a="http://schemas.openxmlformats.org/drawingml/2006/main">
              <a:ext uri="{FF2B5EF4-FFF2-40B4-BE49-F238E27FC236}">
                <a16:creationId xmlns:a16="http://schemas.microsoft.com/office/drawing/2014/main" id="{BBC2A7F6-81DC-41A8-B800-DCD5FAC8D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277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Hidden inputs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Unbounded action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No review trail</a:t>
            </a:r>
          </a:p>
        </p:txBody>
      </p:sp>
      <p:sp>
        <p:nvSpPr>
          <p:cNvPr id="6" name="Rounded-Rectangle-7-7">
            <a:extLst xmlns:a="http://schemas.openxmlformats.org/drawingml/2006/main">
              <a:ext uri="{FF2B5EF4-FFF2-40B4-BE49-F238E27FC236}">
                <a16:creationId xmlns:a16="http://schemas.microsoft.com/office/drawing/2014/main" id="{AACA700B-1997-41A3-8A73-22E80D18F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0783" y="3339084"/>
            <a:ext cx="5533930" cy="1320832"/>
          </a:xfrm>
          <a:prstGeom xmlns:a="http://schemas.openxmlformats.org/drawingml/2006/main" prst="roundRect">
            <a:avLst>
              <a:gd name="adj" fmla="val 576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609F01F8-D71B-4094-A08A-789A7620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3587972"/>
            <a:ext cx="4986909" cy="87782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Arc USDC Rebalancer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A56F8E93-88F4-4998-B300-90344DB8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058" y="4828604"/>
            <a:ext cx="5236655" cy="9779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Policy-bound decision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Auditable report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Explicit execution lock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2EBE8C9C-AF6C-4F7C-BC39-DB1FA2D5C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157478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Treasury teams need a verifiable answer before moving USDC.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This workflow reads policy and balance, then recommends one bounded action.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public product remains useful even when execution is disabled.</a:t>
            </a:r>
          </a:p>
        </p:txBody>
      </p:sp>
    </p:spTree>
    <p:extLst>
      <p:ext uri="{BB962C8B-B14F-4D97-AF65-F5344CB8AC3E}">
        <p14:creationId xmlns:p14="http://schemas.microsoft.com/office/powerpoint/2010/main" val="58866569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5CEE6213-31A0-4EB0-9DF9-83E03C881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252BA38D-DD5F-4B42-81B9-21BD37896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One policy creates three reviewable outcomes</a:t>
            </a:r>
          </a:p>
        </p:txBody>
      </p:sp>
      <p:cxnSp>
        <p:nvCxnSpPr>
          <p:cNvPr id="21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F858B1B5-B0C1-4B7B-8AE0-699C7A66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C9364B57-B142-4253-A346-C796A6AD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BBEA47B6-790F-456C-8DF7-3363AAC55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AFBAFE7C-9924-41F2-901D-EE59AF50E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BELOW FLOOR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3D06B23F-62E1-4087-82CD-A05158964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IN BAND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A66E54F6-EA7C-44E6-8265-39965D03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ABOVE TARGET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FA503205-13C8-4DBD-A95E-631475FCC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hold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No action while balance stays in band.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AC8ED9EF-6377-49B3-AF17-1730840D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top up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Restore target within the policy cap.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2EBE5634-458A-4D85-B650-5AE3C5174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trim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Reduce only the policy-defined excess.</a:t>
            </a:r>
          </a:p>
        </p:txBody>
      </p:sp>
    </p:spTree>
    <p:extLst>
      <p:ext uri="{BB962C8B-B14F-4D97-AF65-F5344CB8AC3E}">
        <p14:creationId xmlns:p14="http://schemas.microsoft.com/office/powerpoint/2010/main" val="143415309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0A205154-F84C-4A9D-9C8D-C8C6551D0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04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B4C4332A-B6DB-4298-9F78-87496ECB8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Production execution is deliberately disabled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E129EDA4-B0F6-47AF-8866-30BF5235F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Operator wallet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connected signer is required for any future write.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EFDB1FA7-3E43-481A-964A-B496DB0F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Arc policy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Live minimum, target, and cap are read from Arc Testnet.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AED82808-E7AA-4CC7-A69C-D8782D73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Circle readiness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Developer-controlled wallet readiness is checked live.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BECC326F-6F53-4661-8238-E1B260FDB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TreasuryExecutor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Executor configuration is visible, but public writes stay off.</a:t>
            </a:r>
          </a:p>
        </p:txBody>
      </p:sp>
    </p:spTree>
    <p:extLst>
      <p:ext uri="{BB962C8B-B14F-4D97-AF65-F5344CB8AC3E}">
        <p14:creationId xmlns:p14="http://schemas.microsoft.com/office/powerpoint/2010/main" val="189310746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06AB7C6B-B6B7-48EF-942B-5AE7DCD1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5FC6E220-7EE9-45AF-8652-19F5C03D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57B9B57A-5678-410C-B885-71142049C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B47A677E-F902-4565-B071-F6EA4516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05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EAADD3AF-91BF-4CC0-A431-6A39D7EE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Production evidence separates proof from claims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5F83172C-721B-4EE8-BB35-7E1E5B88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Decision cases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80ABC444-1DC0-4302-8CC8-23364038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99479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Transactions submitted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C9604B82-C4DE-4C8B-897A-072EAB757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Live-source brief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1B588607-8655-4E56-9862-D414217B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1,003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E1449647-1840-491A-9897-61BC4297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Top up 200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41CFAAD6-969A-4BDE-9B3B-445EF0A79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B83A749E-0A15-4778-A805-9999A2881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Verified in production on 20 July 2026</a:t>
            </a:r>
          </a:p>
          <a:p xmlns:a="http://schemas.openxmlformats.org/drawingml/2006/main"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1,003 deterministic policy cases agree with expected actions. The live brief reads Arc Testnet sources; the dashboard does not claim a submitted transaction.</a:t>
            </a:r>
          </a:p>
        </p:txBody>
      </p:sp>
    </p:spTree>
    <p:extLst>
      <p:ext uri="{BB962C8B-B14F-4D97-AF65-F5344CB8AC3E}">
        <p14:creationId xmlns:p14="http://schemas.microsoft.com/office/powerpoint/2010/main" val="146040573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477A5750-0691-4EBF-BB33-666BF57B3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Proof before execution.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7934D6E1-F703-43C4-8FCB-EFAD0793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Public dashboard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Public repository</a:t>
            </a:r>
          </a:p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3-minute demo and deck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490120FD-0D92-4054-954C-DEDBA7D32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DeFi Track</a:t>
            </a:r>
          </a:p>
        </p:txBody>
      </p:sp>
    </p:spTree>
    <p:extLst>
      <p:ext uri="{BB962C8B-B14F-4D97-AF65-F5344CB8AC3E}">
        <p14:creationId xmlns:p14="http://schemas.microsoft.com/office/powerpoint/2010/main" val="13303016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2026-07-20T13:48:32.7610000Z</dcterms:created>
  <dcterms:modified xsi:type="dcterms:W3CDTF">2026-07-20T13:48:32.7610000Z</dcterms:modified>
</coreProperties>
</file>