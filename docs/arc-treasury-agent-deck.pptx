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2d952855ee4b6f" /><Relationship Type="http://schemas.openxmlformats.org/officeDocument/2006/relationships/extended-properties" Target="/docProps/app.xml" Id="Rfedd54eab1854554" /><Relationship Type="http://schemas.openxmlformats.org/officeDocument/2006/relationships/officeDocument" Target="/ppt/presentation.xml" Id="R2cda214db1c347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82c7efb26c4c78"/>
  </p:sldMasterIdLst>
  <p:notesMasterIdLst>
    <p:notesMasterId xmlns:r="http://schemas.openxmlformats.org/officeDocument/2006/relationships" r:id="R4744b7919d3f441b"/>
  </p:notesMasterIdLst>
  <p:sldIdLst>
    <p:sldId xmlns:r="http://schemas.openxmlformats.org/officeDocument/2006/relationships" id="256" r:id="Re0fa12e2d4894c32"/>
    <p:sldId xmlns:r="http://schemas.openxmlformats.org/officeDocument/2006/relationships" id="257" r:id="R20916c278b294a8d"/>
    <p:sldId xmlns:r="http://schemas.openxmlformats.org/officeDocument/2006/relationships" id="258" r:id="Rd531b7581d1845d6"/>
    <p:sldId xmlns:r="http://schemas.openxmlformats.org/officeDocument/2006/relationships" id="259" r:id="R478946d28155430e"/>
    <p:sldId xmlns:r="http://schemas.openxmlformats.org/officeDocument/2006/relationships" id="260" r:id="R120c7e438ed34aeb"/>
    <p:sldId xmlns:r="http://schemas.openxmlformats.org/officeDocument/2006/relationships" id="261" r:id="R45d4a4585db84ba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c2621ac4744934" /><Relationship Type="http://schemas.openxmlformats.org/officeDocument/2006/relationships/slideMaster" Target="/ppt/slideMasters/slideMaster1.xml" Id="Rb482c7efb26c4c78" /><Relationship Type="http://schemas.openxmlformats.org/officeDocument/2006/relationships/notesMaster" Target="/ppt/notesMasters/notesMaster1.xml" Id="R4744b7919d3f441b" /><Relationship Type="http://schemas.openxmlformats.org/officeDocument/2006/relationships/presProps" Target="/ppt/presProps.xml" Id="Reb2ce143a992476c" /><Relationship Type="http://schemas.openxmlformats.org/officeDocument/2006/relationships/tableStyles" Target="/ppt/tableStyles.xml" Id="R2ec35592ba7c4e70" /><Relationship Type="http://schemas.openxmlformats.org/officeDocument/2006/relationships/slide" Target="/ppt/slides/slide1.xml" Id="Re0fa12e2d4894c32" /><Relationship Type="http://schemas.openxmlformats.org/officeDocument/2006/relationships/slide" Target="/ppt/slides/slide2.xml" Id="R20916c278b294a8d" /><Relationship Type="http://schemas.openxmlformats.org/officeDocument/2006/relationships/slide" Target="/ppt/slides/slide3.xml" Id="Rd531b7581d1845d6" /><Relationship Type="http://schemas.openxmlformats.org/officeDocument/2006/relationships/slide" Target="/ppt/slides/slide4.xml" Id="R478946d28155430e" /><Relationship Type="http://schemas.openxmlformats.org/officeDocument/2006/relationships/slide" Target="/ppt/slides/slide5.xml" Id="R120c7e438ed34aeb" /><Relationship Type="http://schemas.openxmlformats.org/officeDocument/2006/relationships/slide" Target="/ppt/slides/slide6.xml" Id="R45d4a4585db84b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41801fc6bc4b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a34abe682e4125" /><Relationship Type="http://schemas.openxmlformats.org/officeDocument/2006/relationships/notesMaster" Target="/ppt/notesMasters/notesMaster1.xml" Id="R77a40fcd1f9f42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2552a18f54400d" /><Relationship Type="http://schemas.openxmlformats.org/officeDocument/2006/relationships/notesMaster" Target="/ppt/notesMasters/notesMaster1.xml" Id="Rf11a57b209ab45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9db22746fe4468" /><Relationship Type="http://schemas.openxmlformats.org/officeDocument/2006/relationships/notesMaster" Target="/ppt/notesMasters/notesMaster1.xml" Id="Rc00bdeb3cdec48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bbdbfaaa784aa8" /><Relationship Type="http://schemas.openxmlformats.org/officeDocument/2006/relationships/notesMaster" Target="/ppt/notesMasters/notesMaster1.xml" Id="Ra90f4b9ba0df45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b4d02837f94738" /><Relationship Type="http://schemas.openxmlformats.org/officeDocument/2006/relationships/notesMaster" Target="/ppt/notesMasters/notesMaster1.xml" Id="R014ddf73fb4c45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d4dd5913e0462a" /><Relationship Type="http://schemas.openxmlformats.org/officeDocument/2006/relationships/notesMaster" Target="/ppt/notesMasters/notesMaster1.xml" Id="R4c559a87fb1845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b0b40dc4014a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cb639211e643de" /><Relationship Type="http://schemas.openxmlformats.org/officeDocument/2006/relationships/slideLayout" Target="/ppt/slideLayouts/slideLayout1.xml" Id="Rdf2e1bf421b840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2e1bf421b840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2f8d6bc22d4bb2" /><Relationship Type="http://schemas.openxmlformats.org/officeDocument/2006/relationships/notesSlide" Target="/ppt/notesSlides/notesSlide1.xml" Id="R39efd57877774b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e719d26fa249cb" /><Relationship Type="http://schemas.openxmlformats.org/officeDocument/2006/relationships/notesSlide" Target="/ppt/notesSlides/notesSlide2.xml" Id="Re6e18bd6272942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4533d548f4210" /><Relationship Type="http://schemas.openxmlformats.org/officeDocument/2006/relationships/notesSlide" Target="/ppt/notesSlides/notesSlide3.xml" Id="R108f36b4b25143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ad5295d1344bd0" /><Relationship Type="http://schemas.openxmlformats.org/officeDocument/2006/relationships/notesSlide" Target="/ppt/notesSlides/notesSlide4.xml" Id="R24a5850c345146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818495ae74ee3" /><Relationship Type="http://schemas.openxmlformats.org/officeDocument/2006/relationships/notesSlide" Target="/ppt/notesSlides/notesSlide5.xml" Id="R1f27f4786b2842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0eb8691db543a9" /><Relationship Type="http://schemas.openxmlformats.org/officeDocument/2006/relationships/notesSlide" Target="/ppt/notesSlides/notesSlide6.xml" Id="R069e5bae08f3489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-1">
            <a:extLst xmlns:a="http://schemas.openxmlformats.org/drawingml/2006/main">
              <a:ext uri="{FF2B5EF4-FFF2-40B4-BE49-F238E27FC236}">
                <a16:creationId xmlns:a16="http://schemas.microsoft.com/office/drawing/2014/main" id="{FF74F85E-972C-4D29-8584-C7ABCD69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Arc Treasury Agent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18ADF39D-8532-4D69-86F2-6D7E0F3A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USDC decisions that stay auditable before execution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390373E8-04E3-4607-B8C7-9AE95C89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Agentic Economy Track</a:t>
            </a:r>
          </a:p>
        </p:txBody>
      </p:sp>
    </p:spTree>
    <p:extLst>
      <p:ext uri="{BB962C8B-B14F-4D97-AF65-F5344CB8AC3E}">
        <p14:creationId xmlns:p14="http://schemas.microsoft.com/office/powerpoint/2010/main" val="9241864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5825C7BC-86FF-489D-81BD-DCFE23A5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C18011F0-985A-4A9D-99C3-0C9868DC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Fast treasury automation still needs accountability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FD89B95B-5547-4653-B771-BFE70BE0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B566C1FE-F080-46D9-964A-2AE35E27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Typical bot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BBC2A7F6-81DC-41A8-B800-DCD5FAC8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Opaque trigger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Silent signing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Hard to audit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AACA700B-1997-41A3-8A73-22E80D18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609F01F8-D71B-4094-A08A-789A7620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Arc Treasury Agent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A56F8E93-88F4-4998-B300-90344DB8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Policy-bound decision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Report-first evidence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Explicit execution gates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2EBE8C9C-AF6C-4F7C-BC39-DB1FA2D5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Autonomous treasury agents can move faster than human operators.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But speed without policy evidence creates opaque risk.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product must explain the decision before it exposes execution.</a:t>
            </a:r>
          </a:p>
        </p:txBody>
      </p:sp>
    </p:spTree>
    <p:extLst>
      <p:ext uri="{BB962C8B-B14F-4D97-AF65-F5344CB8AC3E}">
        <p14:creationId xmlns:p14="http://schemas.microsoft.com/office/powerpoint/2010/main" val="58866569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5CEE6213-31A0-4EB0-9DF9-83E03C88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252BA38D-DD5F-4B42-81B9-21BD3789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policy creates three safe outcomes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F858B1B5-B0C1-4B7B-8AE0-699C7A66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C9364B57-B142-4253-A346-C796A6AD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BBEA47B6-790F-456C-8DF7-3363AAC5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AFBAFE7C-9924-41F2-901D-EE59AF50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BELOW FLOOR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3D06B23F-62E1-4087-82CD-A0515896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 BAND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A66E54F6-EA7C-44E6-8265-39965D03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ABOVE TARGET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FA503205-13C8-4DBD-A95E-631475FC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hold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 transaction when the treasury is healthy.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AC8ED9EF-6377-49B3-AF17-1730840D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top_up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Restore the target, bounded by the rebalance cap.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2EBE5634-458A-4D85-B650-5AE3C517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trim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Remove only the policy-defined excess.</a:t>
            </a:r>
          </a:p>
        </p:txBody>
      </p:sp>
    </p:spTree>
    <p:extLst>
      <p:ext uri="{BB962C8B-B14F-4D97-AF65-F5344CB8AC3E}">
        <p14:creationId xmlns:p14="http://schemas.microsoft.com/office/powerpoint/2010/main" val="143415309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0A205154-F84C-4A9D-9C8D-C8C6551D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B4C4332A-B6DB-4298-9F78-87496ECB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Execution unlocks only when every gate is true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E129EDA4-B0F6-47AF-8866-30BF5235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Operator wallet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connected signer is visible and explicit.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EFDB1FA7-3E43-481A-964A-B496DB0F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Arc policy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Live minimum, target, and cap come from Arc Testnet.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AED82808-E7AA-4CC7-A69C-D8782D73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Circle control plane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live developer-controlled wallet is ready on ARC-TESTNET.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BECC326F-6F53-4661-8238-E1B260FD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TreasuryExecutor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configured contract remains the final execution boundary.</a:t>
            </a:r>
          </a:p>
        </p:txBody>
      </p:sp>
    </p:spTree>
    <p:extLst>
      <p:ext uri="{BB962C8B-B14F-4D97-AF65-F5344CB8AC3E}">
        <p14:creationId xmlns:p14="http://schemas.microsoft.com/office/powerpoint/2010/main" val="189310746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06AB7C6B-B6B7-48EF-942B-5AE7DCD1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5FC6E220-7EE9-45AF-8652-19F5C03D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57B9B57A-5678-410C-B885-71142049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B47A677E-F902-4565-B071-F6EA4516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EAADD3AF-91BF-4CC0-A431-6A39D7EE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Production proof is live, not a mock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5F83172C-721B-4EE8-BB35-7E1E5B88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Live gates satisfied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80ABC444-1DC0-4302-8CC8-23364038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Transactions needed at target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C9604B82-C4DE-4C8B-897A-072EAB75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ARC-TESTNET wallet live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1B588607-8655-4E56-9862-D414217B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4/4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E1449647-1840-491A-9897-61BC4297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41CFAAD6-969A-4BDE-9B3B-445EF0A7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B83A749E-0A15-4778-A805-9999A288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Verified on 13 July 2026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production Dashboard reads live Arc policy, Circle wallet, executor, and agent identity state.</a:t>
            </a:r>
          </a:p>
        </p:txBody>
      </p:sp>
    </p:spTree>
    <p:extLst>
      <p:ext uri="{BB962C8B-B14F-4D97-AF65-F5344CB8AC3E}">
        <p14:creationId xmlns:p14="http://schemas.microsoft.com/office/powerpoint/2010/main" val="146040573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-1">
            <a:extLst xmlns:a="http://schemas.openxmlformats.org/drawingml/2006/main">
              <a:ext uri="{FF2B5EF4-FFF2-40B4-BE49-F238E27FC236}">
                <a16:creationId xmlns:a16="http://schemas.microsoft.com/office/drawing/2014/main" id="{477A5750-0691-4EBF-BB33-666BF57B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Report first. Execute only when policy says so.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7934D6E1-F703-43C4-8FCB-EFAD0793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Live MVP ready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Public repo ready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Demo path ready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490120FD-0D92-4054-954C-DEDBA7D3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Arc</a:t>
            </a:r>
          </a:p>
        </p:txBody>
      </p:sp>
    </p:spTree>
    <p:extLst>
      <p:ext uri="{BB962C8B-B14F-4D97-AF65-F5344CB8AC3E}">
        <p14:creationId xmlns:p14="http://schemas.microsoft.com/office/powerpoint/2010/main" val="13303016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2026-07-13T06:31:30.2010000Z</dcterms:created>
  <dcterms:modified xsi:type="dcterms:W3CDTF">2026-07-13T06:31:30.2010000Z</dcterms:modified>
</coreProperties>
</file>